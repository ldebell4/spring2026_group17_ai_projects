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e01501c0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e01501c0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e01501c0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e01501c0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e01501c0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e01501c0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01501c0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e01501c0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e01501c0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e01501c0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e01501c0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e01501c0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e01501c0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e01501c0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e01501c0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e01501c0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e01501c0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e01501c0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18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0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20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7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092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66826" cy="5166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00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18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9144000" cy="5148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